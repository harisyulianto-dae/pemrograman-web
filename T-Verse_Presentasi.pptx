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0"/>
                </a:solidFill>
              </a:rPr>
              <a:t>PROYEK AKHIR WEB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T-VERSE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Pendataan Mahasiswa Berbasis Web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Laravel 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Muhamad Sayyid Azzuhdi  ·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Darrel Yaghzan  ·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 Yulianto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Jakarta, 13 Juni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PRESENTASI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44475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261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belakang, rumusan masalah &amp; tujuan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6791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496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Kebutuhan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fungsional dan non-fungsional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391363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7307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Sistem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Arsitektur, alur sistem, dan database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56048" y="144475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12618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1645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Teknologi, fitur, dan struktur proyek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242316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56048" y="267919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679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24963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&amp; Tim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2880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pengerjaan dan pembagian tugas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56048" y="3913632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9136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77840" y="37307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Saran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7784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evaluasi dan rekomendasi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  PENDAHULUAN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8E1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MASALAH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manual menyebabkan: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pencatatan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tidak terorganisir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Sulit mencari &amp; memperbarui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632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efisien &amp; lambat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6F7F5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SOLUSI: T-VERSE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web berbasis Laravel 12: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83480" y="182880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data digital &amp; terpusat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83480" y="224028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sederhana &amp; fungsional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265176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(tambah, edit, hapus, cari)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3063240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Diakses dari berbagai perangkat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Sistem pendataan mahasiswa yang efisien, aman, dan mudah digunakan berbasis Laravel 12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  KEBUTUHAN FUNGSIONAL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Admin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Masuk menggunakan email &amp; password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42032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42032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utama dengan ringkasan info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81144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81144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672584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Mahasiswa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72584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seluruh data mahasiswa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11696" y="10972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11696" y="12344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➕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803136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03136" y="2103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data mahasiswa baru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✏️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1148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&amp; Hapus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Perbarui atau hapus data mahasiswa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50592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450592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542032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42032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berdasarkan nama atau NIM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81144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81144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672584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72584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mahasiswa &amp; per jurusan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11696" y="297180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711696" y="31089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🚪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803136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03136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 dari sistem dengan aman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NON-FUNGSIONAL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FF6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PERANGKAT KERAS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66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Core i3 / AMD Ryzen 3+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514600"/>
            <a:ext cx="3566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60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4 GB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37560"/>
            <a:ext cx="35661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10 GB tersedia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EFF6F8"/>
          </a:solidFill>
          <a:ln w="19050">
            <a:solidFill>
              <a:srgbClr val="0D1B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43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PERANGKAT LUNAK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Laravel 12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691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backend PHP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25856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PHP 8.2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258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pemrograman backend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8254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MySQL 8.x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8254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relasional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392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Bootstrap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3924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CSS responsif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39593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XAMPP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9593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lokal (Apache+PHP+MySQL)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OS: Windows 10/11  ·  Editor: VS Code  ·  Browser: Google Chrome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III  DESAIN SISTEM &amp; ALUR KERJA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MVC (Model-View-Controller)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mahasiswa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B40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874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Templates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Antarmuka Admin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6916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D1B40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46888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463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1874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Bisnis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Request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Sistem (7 Langkah)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004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345643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3291840"/>
            <a:ext cx="155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40"/>
                </a:solidFill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72768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72768" y="32004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72768" y="345643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24328" y="3291840"/>
            <a:ext cx="155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40"/>
                </a:solidFill>
              </a:rPr>
              <a:t>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79776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776" y="32004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79776" y="345643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31336" y="3291840"/>
            <a:ext cx="155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40"/>
                </a:solidFill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86784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86784" y="32004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986784" y="345643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Data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38344" y="3291840"/>
            <a:ext cx="155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40"/>
                </a:solidFill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93792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93792" y="32004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93792" y="345643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DB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45352" y="3291840"/>
            <a:ext cx="155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40"/>
                </a:solidFill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00800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2809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32004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345643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 Data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52360" y="3291840"/>
            <a:ext cx="1554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40"/>
                </a:solidFill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607808" y="3200400"/>
            <a:ext cx="1051560" cy="685800"/>
          </a:xfrm>
          <a:prstGeom prst="roundRect">
            <a:avLst>
              <a:gd name="adj" fmla="val 10667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07808" y="320040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07808" y="3456432"/>
            <a:ext cx="1051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0690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13308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sistem dibatasi hanya untuk administrator yang telah terautentikasi.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perubahan data langsung disimpan ke database MySQL secara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DATABASE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EFF6F8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Tabel: users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600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(PK)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3464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increment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029968"/>
            <a:ext cx="3840480" cy="438912"/>
          </a:xfrm>
          <a:prstGeom prst="rect">
            <a:avLst/>
          </a:prstGeom>
          <a:solidFill>
            <a:srgbClr val="F0F9FB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075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00200" y="2075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07568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admin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505456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511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00200" y="25511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25511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login (unik)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2980944"/>
            <a:ext cx="3840480" cy="438912"/>
          </a:xfrm>
          <a:prstGeom prst="rect">
            <a:avLst/>
          </a:prstGeom>
          <a:solidFill>
            <a:srgbClr val="F0F9FB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2666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00200" y="30266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0266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terenkripsi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3456432"/>
            <a:ext cx="38404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0215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00200" y="35021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34640" y="35021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dibuat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3931920"/>
            <a:ext cx="3840480" cy="438912"/>
          </a:xfrm>
          <a:prstGeom prst="rect">
            <a:avLst/>
          </a:prstGeom>
          <a:solidFill>
            <a:srgbClr val="F0F9FB"/>
          </a:solidFill>
          <a:ln w="6350">
            <a:solidFill>
              <a:srgbClr val="D1E8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977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00200" y="3977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3464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diperbarui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005840"/>
            <a:ext cx="4114800" cy="3566160"/>
          </a:xfrm>
          <a:prstGeom prst="roundRect">
            <a:avLst>
              <a:gd name="adj" fmla="val 2051"/>
            </a:avLst>
          </a:prstGeom>
          <a:solidFill>
            <a:srgbClr val="EFF6F8"/>
          </a:solidFill>
          <a:ln w="19050">
            <a:solidFill>
              <a:srgbClr val="0D1B4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005840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Tabel: mahasiswa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709160" y="1554480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1600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(PK)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1600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increment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09160" y="2029968"/>
            <a:ext cx="4023360" cy="438912"/>
          </a:xfrm>
          <a:prstGeom prst="rect">
            <a:avLst/>
          </a:prstGeom>
          <a:solidFill>
            <a:srgbClr val="EDF2F7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075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2075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VARCHAR(20)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0" y="20756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 unik mahasiswa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09160" y="2505456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25511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63640" y="25511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0" y="255117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lengkap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709160" y="2980944"/>
            <a:ext cx="4023360" cy="438912"/>
          </a:xfrm>
          <a:prstGeom prst="rect">
            <a:avLst/>
          </a:prstGeom>
          <a:solidFill>
            <a:srgbClr val="EDF2F7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0266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jurusan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63640" y="30266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98080" y="30266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09160" y="3456432"/>
            <a:ext cx="4023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5021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35021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VARCHAR(255)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498080" y="350215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mahasiswa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709160" y="3931920"/>
            <a:ext cx="4023360" cy="438912"/>
          </a:xfrm>
          <a:prstGeom prst="rect">
            <a:avLst/>
          </a:prstGeom>
          <a:solidFill>
            <a:srgbClr val="EDF2F7"/>
          </a:solidFill>
          <a:ln w="6350">
            <a:solidFill>
              <a:srgbClr val="C7D8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39776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 / updated_at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63640" y="3977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498080" y="3977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dibuat/diperbarui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Relasi: tabel users → autentikasi admin  |  tabel mahasiswa → data dikelola admin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IV  IMPLEMENTASI &amp; TEKNOLOGI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361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— Struktur halaman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— Styling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41401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— Responsif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529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— Ikon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14630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5361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— Server-side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19751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— Framework MVC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41401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Eloquent ORM — Database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8529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 — Template engine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0058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26480" y="1463040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1E8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53619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 — DBMS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9751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Tabel: 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41401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Tabel: mahasiswa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285292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XAMPP — Server lokal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520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Fitur yang Telah Diimplementasikan (8/8 Selesai)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97764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Login &amp; Logout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96312" y="397764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9464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Admin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397764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CRUD Mahasiswa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57416" y="397764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30568" y="3977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Statistik Mahasiswa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52628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Statistik Jurusan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496312" y="452628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9464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Pencarian Mahasiswa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26864" y="452628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0016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Responsive Design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57416" y="4526280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30568" y="4526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Validasi Form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PENGERJAAN &amp; PEMBAGIAN TUGAS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(4 Minggu)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1627632"/>
            <a:ext cx="2286000" cy="731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58768" y="1536192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137160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Kebutuhan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21408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21408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2377440"/>
            <a:ext cx="2286000" cy="731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58768" y="228600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12140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DB &amp; UI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71216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71216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3127248"/>
            <a:ext cx="2286000" cy="731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58768" y="3035808"/>
            <a:ext cx="256032" cy="256032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871216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Login + CRUD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621024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21024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45920" y="3877056"/>
            <a:ext cx="2286000" cy="73152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58768" y="3785616"/>
            <a:ext cx="256032" cy="256032"/>
          </a:xfrm>
          <a:prstGeom prst="ellipse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0" y="3621024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Testing &amp; Debugging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3708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Tugas Tim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736592"/>
            <a:ext cx="2606040" cy="32004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7365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Muhamad Sayyid Azzuhdi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4736592"/>
            <a:ext cx="2606040" cy="32004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47365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Darrel Yaghzan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4736592"/>
            <a:ext cx="2606040" cy="32004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47365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 Yulianto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228600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40"/>
                </a:solidFill>
              </a:rPr>
              <a:t>BAB VII  PENUTUP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188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T-Verse berhasil dikembangkan sebagai sistem pendataan mahasiswa berbasis web yang memenuhi seluruh kebutuhan fungsional.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8424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93852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12 terbukti efektif mempercepat pengembangan berkat Eloquent ORM, routing, dan autentikasi bawaan.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734056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68833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8 fitur utama berhasil diimplementasikan: login, dashboard, CRUD, statistik, pencarian, dan responsif.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594360"/>
            <a:ext cx="3840480" cy="3749040"/>
          </a:xfrm>
          <a:prstGeom prst="roundRect">
            <a:avLst>
              <a:gd name="adj" fmla="val 2927"/>
            </a:avLst>
          </a:prstGeom>
          <a:solidFill>
            <a:srgbClr val="1A30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685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Saran Pengembangan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188720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(mahasiswa &amp; dosen)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1764792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Ekspor data ke Excel / PDF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20640" y="2340864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&amp; email otomatis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2916936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ke server cloud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3493008"/>
            <a:ext cx="3520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 (2FA)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T-Verse - Sistem Pendataan Mahasiswa</dc:title>
  <dc:subject>PptxGenJS Presentation</dc:subject>
  <dc:creator>PptxGenJS</dc:creator>
  <cp:lastModifiedBy>PptxGenJS</cp:lastModifiedBy>
  <cp:revision>1</cp:revision>
  <dcterms:created xsi:type="dcterms:W3CDTF">2026-06-13T17:04:11Z</dcterms:created>
  <dcterms:modified xsi:type="dcterms:W3CDTF">2026-06-13T17:04:11Z</dcterms:modified>
</cp:coreProperties>
</file>